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
      <p:font typeface="Merriweath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Merriweath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19" Type="http://schemas.openxmlformats.org/officeDocument/2006/relationships/font" Target="fonts/Merriweather-bold.fntdata"/><Relationship Id="rId6" Type="http://schemas.openxmlformats.org/officeDocument/2006/relationships/slide" Target="slides/slide1.xml"/><Relationship Id="rId18" Type="http://schemas.openxmlformats.org/officeDocument/2006/relationships/font" Target="fonts/Merriweath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e28ffe259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e28ffe25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e28ffe259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e28ffe25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e28ffe259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e28ffe259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e28ffe259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e28ffe259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e28ffe259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e28ffe259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e28ffe259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e28ffe259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220aa86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220aa86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Portainer</a:t>
            </a:r>
            <a:endParaRPr/>
          </a:p>
        </p:txBody>
      </p:sp>
      <p:sp>
        <p:nvSpPr>
          <p:cNvPr id="65" name="Google Shape;65;p13"/>
          <p:cNvSpPr txBox="1"/>
          <p:nvPr>
            <p:ph idx="1" type="subTitle"/>
          </p:nvPr>
        </p:nvSpPr>
        <p:spPr>
          <a:xfrm>
            <a:off x="53675" y="9311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Mescloud | OMV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¿Que es Portainer?</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ca"/>
              <a:t>Portainer es una interfaz visual para manejar docker la cual te permite controlar docker sin escribir comandos todo el tiempo </a:t>
            </a:r>
            <a:endParaRPr/>
          </a:p>
        </p:txBody>
      </p:sp>
      <p:pic>
        <p:nvPicPr>
          <p:cNvPr id="72" name="Google Shape;72;p14"/>
          <p:cNvPicPr preferRelativeResize="0"/>
          <p:nvPr/>
        </p:nvPicPr>
        <p:blipFill>
          <a:blip r:embed="rId3">
            <a:alphaModFix/>
          </a:blip>
          <a:stretch>
            <a:fillRect/>
          </a:stretch>
        </p:blipFill>
        <p:spPr>
          <a:xfrm>
            <a:off x="1229750" y="1699450"/>
            <a:ext cx="6413699" cy="3116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ca">
                <a:solidFill>
                  <a:schemeClr val="dk1"/>
                </a:solidFill>
              </a:rPr>
              <a:t>Docker es el sistema principal que crea y ejecuta contenedores, </a:t>
            </a:r>
            <a:r>
              <a:rPr lang="ca">
                <a:solidFill>
                  <a:schemeClr val="dk1"/>
                </a:solidFill>
              </a:rPr>
              <a:t>básicamente</a:t>
            </a:r>
            <a:r>
              <a:rPr lang="ca">
                <a:solidFill>
                  <a:schemeClr val="dk1"/>
                </a:solidFill>
              </a:rPr>
              <a:t> se encarga que una </a:t>
            </a:r>
            <a:r>
              <a:rPr lang="ca">
                <a:solidFill>
                  <a:schemeClr val="dk1"/>
                </a:solidFill>
              </a:rPr>
              <a:t>aplicación</a:t>
            </a:r>
            <a:r>
              <a:rPr lang="ca">
                <a:solidFill>
                  <a:schemeClr val="dk1"/>
                </a:solidFill>
              </a:rPr>
              <a:t> se pueda correr en un paquete aislado </a:t>
            </a:r>
            <a:r>
              <a:rPr lang="ca">
                <a:solidFill>
                  <a:schemeClr val="dk1"/>
                </a:solidFill>
              </a:rPr>
              <a:t>en cambio</a:t>
            </a:r>
            <a:r>
              <a:rPr lang="ca">
                <a:solidFill>
                  <a:schemeClr val="dk1"/>
                </a:solidFill>
              </a:rPr>
              <a:t> portainer es una herramienta para administrar docker de forma más </a:t>
            </a:r>
            <a:r>
              <a:rPr lang="ca">
                <a:solidFill>
                  <a:schemeClr val="dk1"/>
                </a:solidFill>
              </a:rPr>
              <a:t>fácil</a:t>
            </a:r>
            <a:r>
              <a:rPr lang="ca">
                <a:solidFill>
                  <a:schemeClr val="dk1"/>
                </a:solidFill>
              </a:rPr>
              <a:t> sin interactuar con comandos.</a:t>
            </a:r>
            <a:br>
              <a:rPr lang="ca">
                <a:solidFill>
                  <a:schemeClr val="dk1"/>
                </a:solidFill>
              </a:rPr>
            </a:br>
            <a:br>
              <a:rPr lang="ca">
                <a:solidFill>
                  <a:schemeClr val="dk1"/>
                </a:solidFill>
              </a:rPr>
            </a:br>
            <a:endParaRPr>
              <a:solidFill>
                <a:schemeClr val="dk1"/>
              </a:solidFill>
            </a:endParaRPr>
          </a:p>
        </p:txBody>
      </p:sp>
      <p:sp>
        <p:nvSpPr>
          <p:cNvPr id="78" name="Google Shape;78;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Diferencias entre Docker y Portainer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Qué</a:t>
            </a:r>
            <a:r>
              <a:rPr lang="ca"/>
              <a:t> problemas resuelve Portainer</a:t>
            </a:r>
            <a:endParaRPr/>
          </a:p>
        </p:txBody>
      </p:sp>
      <p:sp>
        <p:nvSpPr>
          <p:cNvPr id="84" name="Google Shape;84;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ca"/>
              <a:t>Portainer resuelve problemas como: Ya no hace falta que sea todo por CLI ya que como hemos comentado Portainer trae un GUI para administrar los contenedores, </a:t>
            </a:r>
            <a:r>
              <a:rPr lang="ca"/>
              <a:t>también</a:t>
            </a:r>
            <a:r>
              <a:rPr lang="ca"/>
              <a:t> es mucho más </a:t>
            </a:r>
            <a:r>
              <a:rPr lang="ca"/>
              <a:t>rápido</a:t>
            </a:r>
            <a:r>
              <a:rPr lang="ca"/>
              <a:t> entender </a:t>
            </a:r>
            <a:r>
              <a:rPr lang="ca"/>
              <a:t>qué</a:t>
            </a:r>
            <a:r>
              <a:rPr lang="ca"/>
              <a:t> </a:t>
            </a:r>
            <a:r>
              <a:rPr lang="ca"/>
              <a:t>está</a:t>
            </a:r>
            <a:r>
              <a:rPr lang="ca"/>
              <a:t> pasando y es más </a:t>
            </a:r>
            <a:r>
              <a:rPr lang="ca"/>
              <a:t>fácil</a:t>
            </a:r>
            <a:r>
              <a:rPr lang="ca"/>
              <a:t> de administrar para la gente que no tiene mucha experiencia en comandos.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idx="1" type="body"/>
          </p:nvPr>
        </p:nvSpPr>
        <p:spPr>
          <a:xfrm>
            <a:off x="4644675" y="3461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solidFill>
                  <a:schemeClr val="dk1"/>
                </a:solidFill>
              </a:rPr>
              <a:t>Portainer sirve para ver </a:t>
            </a:r>
            <a:r>
              <a:rPr lang="ca">
                <a:solidFill>
                  <a:schemeClr val="dk1"/>
                </a:solidFill>
              </a:rPr>
              <a:t>qué</a:t>
            </a:r>
            <a:r>
              <a:rPr lang="ca">
                <a:solidFill>
                  <a:schemeClr val="dk1"/>
                </a:solidFill>
              </a:rPr>
              <a:t> contenedores </a:t>
            </a:r>
            <a:r>
              <a:rPr lang="ca">
                <a:solidFill>
                  <a:schemeClr val="dk1"/>
                </a:solidFill>
              </a:rPr>
              <a:t>están</a:t>
            </a:r>
            <a:r>
              <a:rPr lang="ca">
                <a:solidFill>
                  <a:schemeClr val="dk1"/>
                </a:solidFill>
              </a:rPr>
              <a:t> corriendo </a:t>
            </a:r>
            <a:r>
              <a:rPr lang="ca">
                <a:solidFill>
                  <a:schemeClr val="dk1"/>
                </a:solidFill>
              </a:rPr>
              <a:t>también</a:t>
            </a:r>
            <a:r>
              <a:rPr lang="ca">
                <a:solidFill>
                  <a:schemeClr val="dk1"/>
                </a:solidFill>
              </a:rPr>
              <a:t> podemos interactuar de manera que podemos iniciar o detener los contenedores. </a:t>
            </a:r>
            <a:br>
              <a:rPr lang="ca">
                <a:solidFill>
                  <a:schemeClr val="dk1"/>
                </a:solidFill>
              </a:rPr>
            </a:br>
            <a:endParaRPr>
              <a:solidFill>
                <a:schemeClr val="dk1"/>
              </a:solidFill>
            </a:endParaRPr>
          </a:p>
          <a:p>
            <a:pPr indent="0" lvl="0" marL="0" rtl="0" algn="l">
              <a:spcBef>
                <a:spcPts val="1200"/>
              </a:spcBef>
              <a:spcAft>
                <a:spcPts val="1200"/>
              </a:spcAft>
              <a:buNone/>
            </a:pPr>
            <a:r>
              <a:rPr lang="ca">
                <a:solidFill>
                  <a:schemeClr val="dk1"/>
                </a:solidFill>
              </a:rPr>
              <a:t>Portainer nos permite crear nuevos contenedores sin comandos de manera </a:t>
            </a:r>
            <a:r>
              <a:rPr lang="ca">
                <a:solidFill>
                  <a:schemeClr val="dk1"/>
                </a:solidFill>
              </a:rPr>
              <a:t>fácil y </a:t>
            </a:r>
            <a:r>
              <a:rPr lang="ca">
                <a:solidFill>
                  <a:schemeClr val="dk1"/>
                </a:solidFill>
              </a:rPr>
              <a:t>trae un sistema de logs por si falla o detecta algo raro </a:t>
            </a:r>
            <a:r>
              <a:rPr lang="ca">
                <a:solidFill>
                  <a:schemeClr val="dk1"/>
                </a:solidFill>
              </a:rPr>
              <a:t>también</a:t>
            </a:r>
            <a:r>
              <a:rPr lang="ca">
                <a:solidFill>
                  <a:schemeClr val="dk1"/>
                </a:solidFill>
              </a:rPr>
              <a:t> desde la misma web admite administrar </a:t>
            </a:r>
            <a:r>
              <a:rPr lang="ca">
                <a:solidFill>
                  <a:schemeClr val="dk1"/>
                </a:solidFill>
              </a:rPr>
              <a:t>imágenes</a:t>
            </a:r>
            <a:r>
              <a:rPr lang="ca">
                <a:solidFill>
                  <a:schemeClr val="dk1"/>
                </a:solidFill>
              </a:rPr>
              <a:t> y controlar redes y almacenamiento de Docker</a:t>
            </a:r>
            <a:endParaRPr>
              <a:solidFill>
                <a:schemeClr val="dk1"/>
              </a:solidFill>
            </a:endParaRPr>
          </a:p>
        </p:txBody>
      </p:sp>
      <p:sp>
        <p:nvSpPr>
          <p:cNvPr id="90" name="Google Shape;90;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¿Para qué sirve Portainer?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idx="1" type="body"/>
          </p:nvPr>
        </p:nvSpPr>
        <p:spPr>
          <a:xfrm>
            <a:off x="4644675" y="3461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ca">
                <a:solidFill>
                  <a:schemeClr val="dk1"/>
                </a:solidFill>
              </a:rPr>
              <a:t>Portainer se ejecuta como un contenedor dentro de Docker por eso necesita si o si</a:t>
            </a:r>
            <a:endParaRPr>
              <a:solidFill>
                <a:schemeClr val="dk1"/>
              </a:solidFill>
            </a:endParaRPr>
          </a:p>
        </p:txBody>
      </p:sp>
      <p:sp>
        <p:nvSpPr>
          <p:cNvPr id="96" name="Google Shape;96;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Dependencias</a:t>
            </a:r>
            <a:r>
              <a:rPr lang="ca"/>
              <a:t> de Portainer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idx="1" type="body"/>
          </p:nvPr>
        </p:nvSpPr>
        <p:spPr>
          <a:xfrm>
            <a:off x="4300325" y="0"/>
            <a:ext cx="4999500" cy="44157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275"/>
              <a:buNone/>
            </a:pPr>
            <a:r>
              <a:rPr lang="ca" sz="1125">
                <a:solidFill>
                  <a:schemeClr val="dk1"/>
                </a:solidFill>
              </a:rPr>
              <a:t>Para instalar portainer necesitas tener Docker instalado en el servidor, si no Portainer no funcionara ya que es una herramienta para controlar Docker.</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Primero, necesitamos guardar su </a:t>
            </a:r>
            <a:r>
              <a:rPr lang="ca" sz="1125">
                <a:solidFill>
                  <a:schemeClr val="dk1"/>
                </a:solidFill>
              </a:rPr>
              <a:t>configuración</a:t>
            </a:r>
            <a:r>
              <a:rPr lang="ca" sz="1125">
                <a:solidFill>
                  <a:schemeClr val="dk1"/>
                </a:solidFill>
              </a:rPr>
              <a:t> (usuario, contraseñas, ajustes) asi que nos tocara indiciar donde se guardara, si no lo indicamos pues esos datos se perderan al reiniciar el servidor por eso se crea un "volumen" que es un espacio seguro para guardar datos.</a:t>
            </a:r>
            <a:endParaRPr sz="1125">
              <a:solidFill>
                <a:schemeClr val="dk1"/>
              </a:solidFill>
            </a:endParaRPr>
          </a:p>
          <a:p>
            <a:pPr indent="0" lvl="0" marL="0" rtl="0" algn="l">
              <a:lnSpc>
                <a:spcPct val="95000"/>
              </a:lnSpc>
              <a:spcBef>
                <a:spcPts val="1200"/>
              </a:spcBef>
              <a:spcAft>
                <a:spcPts val="0"/>
              </a:spcAft>
              <a:buSzPts val="275"/>
              <a:buNone/>
            </a:pPr>
            <a:r>
              <a:rPr b="1" lang="ca" sz="1125">
                <a:solidFill>
                  <a:schemeClr val="dk1"/>
                </a:solidFill>
              </a:rPr>
              <a:t>¿Como hacemos esto?</a:t>
            </a:r>
            <a:endParaRPr b="1"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Pues primero abriremos la CLI y pondremos docker volume create portainer_data.</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Ahora vamos a proceder con la instalacion de Portainer, seguiremos en el mismo CLI y pondremos el comando:</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docker run -d \</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-p 9000:9000 \</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--name portainer \</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--restart=always \</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-v /var/run/docker.sock:/var/run/docker.sock \</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-v portainer_data:/data \</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portainer/portainer-ce</a:t>
            </a:r>
            <a:endParaRPr sz="1125">
              <a:solidFill>
                <a:schemeClr val="dk1"/>
              </a:solidFill>
            </a:endParaRPr>
          </a:p>
          <a:p>
            <a:pPr indent="0" lvl="0" marL="0" rtl="0" algn="l">
              <a:lnSpc>
                <a:spcPct val="95000"/>
              </a:lnSpc>
              <a:spcBef>
                <a:spcPts val="1200"/>
              </a:spcBef>
              <a:spcAft>
                <a:spcPts val="1200"/>
              </a:spcAft>
              <a:buSzPts val="275"/>
              <a:buNone/>
            </a:pPr>
            <a:r>
              <a:t/>
            </a:r>
            <a:endParaRPr sz="1125">
              <a:solidFill>
                <a:schemeClr val="dk1"/>
              </a:solidFill>
            </a:endParaRPr>
          </a:p>
        </p:txBody>
      </p:sp>
      <p:sp>
        <p:nvSpPr>
          <p:cNvPr id="102" name="Google Shape;102;p1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Como se instala Portainer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idx="1" type="body"/>
          </p:nvPr>
        </p:nvSpPr>
        <p:spPr>
          <a:xfrm>
            <a:off x="4300325" y="0"/>
            <a:ext cx="4999500" cy="44157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275"/>
              <a:buNone/>
            </a:pPr>
            <a:r>
              <a:rPr lang="ca" sz="1125">
                <a:solidFill>
                  <a:schemeClr val="dk1"/>
                </a:solidFill>
              </a:rPr>
              <a:t>Explicacion comandos:</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docker run -d: ejecuta Portainer en segundo plano sin interferir en la terminal.</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-p 9000:9000: abre el puerto 9000 para acceder a Portainer desde el navegador</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--name portainer: le pone un nombre al contenedor para identificarlo.</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--restart=always: hace que portainer se reinicie automaticamente si el equipo se reinicia</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-v /var/run/docker.sock:/var/run/docker.sock: permite que Portainer se conecte y controle Docker.</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-v portainer_data:/data: guarda la configuracion en el volumen creado antes.</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portainer/portainer-ce: es la imagen oficial de Portainer.</a:t>
            </a:r>
            <a:endParaRPr sz="1125">
              <a:solidFill>
                <a:schemeClr val="dk1"/>
              </a:solidFill>
            </a:endParaRPr>
          </a:p>
          <a:p>
            <a:pPr indent="0" lvl="0" marL="0" rtl="0" algn="l">
              <a:lnSpc>
                <a:spcPct val="95000"/>
              </a:lnSpc>
              <a:spcBef>
                <a:spcPts val="1200"/>
              </a:spcBef>
              <a:spcAft>
                <a:spcPts val="0"/>
              </a:spcAft>
              <a:buSzPts val="275"/>
              <a:buNone/>
            </a:pPr>
            <a:r>
              <a:rPr b="1" lang="ca" sz="1125">
                <a:solidFill>
                  <a:schemeClr val="dk1"/>
                </a:solidFill>
              </a:rPr>
              <a:t>Una vez hecho esto abriremos portainer en el navegador poniendo </a:t>
            </a:r>
            <a:r>
              <a:rPr lang="ca" sz="1125">
                <a:solidFill>
                  <a:schemeClr val="dk1"/>
                </a:solidFill>
              </a:rPr>
              <a:t>http://(ip):9000.</a:t>
            </a:r>
            <a:endParaRPr sz="1125">
              <a:solidFill>
                <a:schemeClr val="dk1"/>
              </a:solidFill>
            </a:endParaRPr>
          </a:p>
          <a:p>
            <a:pPr indent="0" lvl="0" marL="0" rtl="0" algn="l">
              <a:lnSpc>
                <a:spcPct val="95000"/>
              </a:lnSpc>
              <a:spcBef>
                <a:spcPts val="1200"/>
              </a:spcBef>
              <a:spcAft>
                <a:spcPts val="0"/>
              </a:spcAft>
              <a:buSzPts val="275"/>
              <a:buNone/>
            </a:pPr>
            <a:r>
              <a:rPr lang="ca" sz="1125">
                <a:solidFill>
                  <a:schemeClr val="dk1"/>
                </a:solidFill>
              </a:rPr>
              <a:t>Es importante que se haga todo paso por paso, ahora crearemos un usuario de administrador con su contraseña y despues conectaremos portainer con docker con el comando -v /var/run/docker.sock:/var/run/docker.sock.</a:t>
            </a:r>
            <a:endParaRPr sz="1125">
              <a:solidFill>
                <a:schemeClr val="dk1"/>
              </a:solidFill>
            </a:endParaRPr>
          </a:p>
          <a:p>
            <a:pPr indent="0" lvl="0" marL="0" rtl="0" algn="l">
              <a:lnSpc>
                <a:spcPct val="95000"/>
              </a:lnSpc>
              <a:spcBef>
                <a:spcPts val="1200"/>
              </a:spcBef>
              <a:spcAft>
                <a:spcPts val="1200"/>
              </a:spcAft>
              <a:buSzPts val="275"/>
              <a:buNone/>
            </a:pPr>
            <a:r>
              <a:rPr lang="ca" sz="1125">
                <a:solidFill>
                  <a:schemeClr val="dk1"/>
                </a:solidFill>
              </a:rPr>
              <a:t>Para comprobar si portainer esta funcionando docker ps</a:t>
            </a:r>
            <a:endParaRPr sz="1125">
              <a:solidFill>
                <a:schemeClr val="dk1"/>
              </a:solidFill>
            </a:endParaRPr>
          </a:p>
        </p:txBody>
      </p:sp>
      <p:sp>
        <p:nvSpPr>
          <p:cNvPr id="108" name="Google Shape;108;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a"/>
              <a:t>Explicacion Comandos Portainer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